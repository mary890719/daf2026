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BF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82C24C-FF7C-20DB-87D7-5F4EDC3DF9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AFFC11D-28F9-4E0B-5F03-4B820F278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B33386A-B280-D5E1-5F60-8CADD471F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16CF2-2B8D-483E-8A1E-777342E469CA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76E7872-E355-8EC7-2F81-3C9148B12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93AFCF3-F4AA-0345-5B9C-10A23A694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01429-172F-4245-9FC4-1652CDF980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1136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07BE9B-B224-1697-6013-643ADF13D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BD2934-3C91-B5C5-A445-B9C23908B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D862EC-1375-BFF3-D472-BAE5F6BB9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16CF2-2B8D-483E-8A1E-777342E469CA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2CDB48-8659-50ED-F4F6-39CB587EE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5178CB-E625-17EE-084E-5EC6EB598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01429-172F-4245-9FC4-1652CDF980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5546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632B6E-20E1-9405-141E-9FE0F5E5F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EAD5E12-2308-C981-BCA7-9866591C3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CE0959F-D971-E4BE-BA91-34A699B92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16CF2-2B8D-483E-8A1E-777342E469CA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DFD25FE-11AE-71C2-2A71-86F7B93B1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E502B42-5481-0B5E-5733-595BC70A8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01429-172F-4245-9FC4-1652CDF980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9586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6629EC-4364-D328-299D-6BC68158F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E4578F-C6D6-6D43-A9AE-BA675473DF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74690E5-3DD0-188D-DA3F-1B28DDCDB8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6E04FE5-EAE8-1EAE-FA9D-C469C7FFE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16CF2-2B8D-483E-8A1E-777342E469CA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1F5188A-F105-9385-B827-128C7A3FE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0D44EE7-5DCB-6C9A-1AAC-2338E8C98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01429-172F-4245-9FC4-1652CDF980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5940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5EA329-AB43-0741-298C-C0CFF7110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D5CB641-96E6-05DD-C1A1-318DA0970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ADA2D9E-854C-4CBA-B5D6-2D838C8C7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F2B5583-B5F6-19BF-6D99-3341647AA6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1352313-4BBF-A78C-98C5-6F68B1E24A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A84B496-2475-9F61-4155-410B86353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16CF2-2B8D-483E-8A1E-777342E469CA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61CA6D5-D41C-9282-4447-F9008CEAA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D3DFD89-E300-34D9-FD4A-A99D1FB5C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01429-172F-4245-9FC4-1652CDF980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238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B07DFF-B285-A983-7255-D1D6E82C3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41DE76C-5AF6-9757-BDC3-D83411B84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16CF2-2B8D-483E-8A1E-777342E469CA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40CFDC9-251B-042B-9E74-4D4449FA5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46F42A2-F04A-94A8-920A-3B542E586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01429-172F-4245-9FC4-1652CDF980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689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F555387-B297-3D3A-8523-867EE7225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16CF2-2B8D-483E-8A1E-777342E469CA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619A336-F2CB-4454-12C6-AED7F6E94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E553C4B-D85A-6995-AC71-EBF583A03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01429-172F-4245-9FC4-1652CDF980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7930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4D1015-0C30-D440-F81C-7839A6177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858AFF-ECF4-B513-E004-67A99EDCC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D9B4B7C-BC00-7540-6A13-FCB9280E98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11B1E62-9858-65D3-406D-1F44B95EE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16CF2-2B8D-483E-8A1E-777342E469CA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24C6845-2DD9-CEC4-6B8E-A88AB9010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C86E36A-9042-667E-8A7B-2C4608157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01429-172F-4245-9FC4-1652CDF980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8369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8E83C9-EAC3-2F25-BE17-D50BE6E6C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A76394B-63B9-DEF4-72EB-D6BCDFCB30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DC5CCF7-ABC0-AB23-FB5E-94974777D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5A47160-6BF7-EC35-F185-A80F0FB99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16CF2-2B8D-483E-8A1E-777342E469CA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C37BAD8-8EED-9DD5-3089-A2B5AA206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783C8EA-F762-476A-20CB-0C36DAA9D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01429-172F-4245-9FC4-1652CDF980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4019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208D1C-1314-005B-A889-C82693422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E669E46-D8DE-5919-2B79-4DDDEF6BB1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1F707D1-AFBE-AF21-3A97-295FB0E90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16CF2-2B8D-483E-8A1E-777342E469CA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A378FC1-4647-9AAA-6AAB-75E21ECC8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827C37-8264-4A82-FAD9-38FAEA672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01429-172F-4245-9FC4-1652CDF980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0538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C3A2EFA-9492-D681-9307-CBF2DDBCC3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4159658-7B67-D0BF-1D7F-CB520E5B1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F295D7-B59B-FF02-1115-FE76D17DF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16CF2-2B8D-483E-8A1E-777342E469CA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854F3A9-4FE6-5B36-3989-6FB4E0ECC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CFD1AAA-951B-6A29-D22A-4439C2E83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01429-172F-4245-9FC4-1652CDF980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3019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7BC2CE8-C156-307B-526A-4DF64E09D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0E1E157-60C9-C2BC-792D-77765E65E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59F93DA-6362-6CE0-D30A-A903DEDC15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C16CF2-2B8D-483E-8A1E-777342E469CA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1206A31-4EB3-4783-1CCE-DBEBB2745A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5D1EC0B-ECB6-F579-A5D7-B1E11F6BA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301429-172F-4245-9FC4-1652CDF980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862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947A578C-243E-736F-489D-FD4AD2EAA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505" y="0"/>
            <a:ext cx="91429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719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圖片 31">
            <a:extLst>
              <a:ext uri="{FF2B5EF4-FFF2-40B4-BE49-F238E27FC236}">
                <a16:creationId xmlns:a16="http://schemas.microsoft.com/office/drawing/2014/main" id="{480981CE-333D-8594-AAB4-3A44781B43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505" y="0"/>
            <a:ext cx="9142990" cy="6858000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6259BD80-D5F1-ACC4-9962-21222391B281}"/>
              </a:ext>
            </a:extLst>
          </p:cNvPr>
          <p:cNvCxnSpPr>
            <a:cxnSpLocks/>
          </p:cNvCxnSpPr>
          <p:nvPr/>
        </p:nvCxnSpPr>
        <p:spPr>
          <a:xfrm>
            <a:off x="7622776" y="1708787"/>
            <a:ext cx="432777" cy="0"/>
          </a:xfrm>
          <a:prstGeom prst="line">
            <a:avLst/>
          </a:prstGeom>
          <a:solidFill>
            <a:srgbClr val="84A8DC"/>
          </a:solidFill>
          <a:ln w="28575">
            <a:solidFill>
              <a:srgbClr val="84A8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38F1FB1C-465E-CBC7-1D5A-F0AA43F8B15C}"/>
              </a:ext>
            </a:extLst>
          </p:cNvPr>
          <p:cNvCxnSpPr>
            <a:cxnSpLocks/>
          </p:cNvCxnSpPr>
          <p:nvPr/>
        </p:nvCxnSpPr>
        <p:spPr>
          <a:xfrm flipH="1" flipV="1">
            <a:off x="8035550" y="1696404"/>
            <a:ext cx="368786" cy="360651"/>
          </a:xfrm>
          <a:prstGeom prst="line">
            <a:avLst/>
          </a:prstGeom>
          <a:solidFill>
            <a:srgbClr val="84A8DC"/>
          </a:solidFill>
          <a:ln w="28575">
            <a:solidFill>
              <a:srgbClr val="84A8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7C182672-9A40-E2D1-7C22-B2A67DF3303B}"/>
              </a:ext>
            </a:extLst>
          </p:cNvPr>
          <p:cNvSpPr/>
          <p:nvPr/>
        </p:nvSpPr>
        <p:spPr>
          <a:xfrm rot="11869134">
            <a:off x="7595530" y="1660343"/>
            <a:ext cx="100061" cy="100061"/>
          </a:xfrm>
          <a:prstGeom prst="flowChartConnector">
            <a:avLst/>
          </a:prstGeom>
          <a:solidFill>
            <a:srgbClr val="84A8DC"/>
          </a:solidFill>
          <a:ln>
            <a:solidFill>
              <a:srgbClr val="84A8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2879F8A-1A2A-F737-87BD-0ABEF822AC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874" b="27972"/>
          <a:stretch>
            <a:fillRect/>
          </a:stretch>
        </p:blipFill>
        <p:spPr>
          <a:xfrm>
            <a:off x="8235183" y="1959304"/>
            <a:ext cx="802491" cy="802491"/>
          </a:xfrm>
          <a:prstGeom prst="ellipse">
            <a:avLst/>
          </a:prstGeom>
          <a:ln w="28575">
            <a:solidFill>
              <a:srgbClr val="84A8DC"/>
            </a:solidFill>
          </a:ln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77EB4D07-E0B4-1EDB-DFB3-3118279D7A22}"/>
              </a:ext>
            </a:extLst>
          </p:cNvPr>
          <p:cNvSpPr/>
          <p:nvPr/>
        </p:nvSpPr>
        <p:spPr>
          <a:xfrm>
            <a:off x="8419576" y="1799418"/>
            <a:ext cx="955813" cy="239325"/>
          </a:xfrm>
          <a:prstGeom prst="rect">
            <a:avLst/>
          </a:prstGeom>
          <a:solidFill>
            <a:srgbClr val="84A8DC"/>
          </a:solidFill>
          <a:ln>
            <a:solidFill>
              <a:srgbClr val="84A8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r>
              <a:rPr lang="en-US" altLang="zh-TW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Jed Berk</a:t>
            </a:r>
            <a:endParaRPr lang="zh-TW" altLang="en-US" sz="1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D0C985A6-7687-9169-BE7E-8B999B786C35}"/>
              </a:ext>
            </a:extLst>
          </p:cNvPr>
          <p:cNvSpPr/>
          <p:nvPr/>
        </p:nvSpPr>
        <p:spPr>
          <a:xfrm rot="11869134">
            <a:off x="8122212" y="3514543"/>
            <a:ext cx="100061" cy="100061"/>
          </a:xfrm>
          <a:prstGeom prst="flowChartConnector">
            <a:avLst/>
          </a:prstGeom>
          <a:solidFill>
            <a:srgbClr val="84A8DC"/>
          </a:solidFill>
          <a:ln>
            <a:solidFill>
              <a:srgbClr val="84A8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8BBE1708-320B-BCF4-EA88-9789497614FF}"/>
              </a:ext>
            </a:extLst>
          </p:cNvPr>
          <p:cNvCxnSpPr>
            <a:cxnSpLocks/>
          </p:cNvCxnSpPr>
          <p:nvPr/>
        </p:nvCxnSpPr>
        <p:spPr>
          <a:xfrm flipV="1">
            <a:off x="8172242" y="3247460"/>
            <a:ext cx="294964" cy="317113"/>
          </a:xfrm>
          <a:prstGeom prst="line">
            <a:avLst/>
          </a:prstGeom>
          <a:solidFill>
            <a:srgbClr val="84A8DC"/>
          </a:solidFill>
          <a:ln w="28575">
            <a:solidFill>
              <a:srgbClr val="84A8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36FA98C5-6BFC-78F0-54C4-CB25DD6DA511}"/>
              </a:ext>
            </a:extLst>
          </p:cNvPr>
          <p:cNvCxnSpPr>
            <a:cxnSpLocks/>
          </p:cNvCxnSpPr>
          <p:nvPr/>
        </p:nvCxnSpPr>
        <p:spPr>
          <a:xfrm>
            <a:off x="8452536" y="3252223"/>
            <a:ext cx="432777" cy="0"/>
          </a:xfrm>
          <a:prstGeom prst="line">
            <a:avLst/>
          </a:prstGeom>
          <a:solidFill>
            <a:srgbClr val="84A8DC"/>
          </a:solidFill>
          <a:ln w="28575">
            <a:solidFill>
              <a:srgbClr val="84A8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6">
            <a:extLst>
              <a:ext uri="{FF2B5EF4-FFF2-40B4-BE49-F238E27FC236}">
                <a16:creationId xmlns:a16="http://schemas.microsoft.com/office/drawing/2014/main" id="{8A27061B-48DF-1ED3-AFDF-8D014455D1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3" r="16663"/>
          <a:stretch>
            <a:fillRect/>
          </a:stretch>
        </p:blipFill>
        <p:spPr bwMode="auto">
          <a:xfrm>
            <a:off x="8806947" y="2876684"/>
            <a:ext cx="806774" cy="806774"/>
          </a:xfrm>
          <a:prstGeom prst="flowChartConnector">
            <a:avLst/>
          </a:prstGeom>
          <a:solidFill>
            <a:srgbClr val="84A8DC"/>
          </a:solidFill>
          <a:ln w="28575">
            <a:solidFill>
              <a:srgbClr val="84A8DC"/>
            </a:solidFill>
          </a:ln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735F6086-CC5E-2ECB-93BE-8304CD12C207}"/>
              </a:ext>
            </a:extLst>
          </p:cNvPr>
          <p:cNvSpPr/>
          <p:nvPr/>
        </p:nvSpPr>
        <p:spPr>
          <a:xfrm>
            <a:off x="9076300" y="2699577"/>
            <a:ext cx="598177" cy="239325"/>
          </a:xfrm>
          <a:prstGeom prst="rect">
            <a:avLst/>
          </a:prstGeom>
          <a:solidFill>
            <a:srgbClr val="84A8DC"/>
          </a:solidFill>
          <a:ln>
            <a:solidFill>
              <a:srgbClr val="84A8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r>
              <a:rPr lang="zh-TW" altLang="en-US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吳宜曄</a:t>
            </a:r>
          </a:p>
        </p:txBody>
      </p:sp>
      <p:sp>
        <p:nvSpPr>
          <p:cNvPr id="23" name="流程圖: 接點 22">
            <a:extLst>
              <a:ext uri="{FF2B5EF4-FFF2-40B4-BE49-F238E27FC236}">
                <a16:creationId xmlns:a16="http://schemas.microsoft.com/office/drawing/2014/main" id="{B4F36D2B-1DB6-4FF7-FAF5-D88F66887721}"/>
              </a:ext>
            </a:extLst>
          </p:cNvPr>
          <p:cNvSpPr/>
          <p:nvPr/>
        </p:nvSpPr>
        <p:spPr>
          <a:xfrm rot="11869134">
            <a:off x="5671479" y="2320043"/>
            <a:ext cx="100061" cy="100061"/>
          </a:xfrm>
          <a:prstGeom prst="flowChartConnector">
            <a:avLst/>
          </a:prstGeom>
          <a:solidFill>
            <a:srgbClr val="84A8DC"/>
          </a:solidFill>
          <a:ln>
            <a:solidFill>
              <a:srgbClr val="84A8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0387C584-71F6-E139-D672-5F0CB725E354}"/>
              </a:ext>
            </a:extLst>
          </p:cNvPr>
          <p:cNvCxnSpPr>
            <a:cxnSpLocks/>
          </p:cNvCxnSpPr>
          <p:nvPr/>
        </p:nvCxnSpPr>
        <p:spPr>
          <a:xfrm flipV="1">
            <a:off x="5721509" y="1799418"/>
            <a:ext cx="265978" cy="556438"/>
          </a:xfrm>
          <a:prstGeom prst="line">
            <a:avLst/>
          </a:prstGeom>
          <a:solidFill>
            <a:srgbClr val="84A8DC"/>
          </a:solidFill>
          <a:ln w="28575">
            <a:solidFill>
              <a:srgbClr val="84A8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381FEAF7-DF65-4D78-DF49-D79F650A98F4}"/>
              </a:ext>
            </a:extLst>
          </p:cNvPr>
          <p:cNvCxnSpPr>
            <a:cxnSpLocks/>
          </p:cNvCxnSpPr>
          <p:nvPr/>
        </p:nvCxnSpPr>
        <p:spPr>
          <a:xfrm>
            <a:off x="4642538" y="3008202"/>
            <a:ext cx="432777" cy="0"/>
          </a:xfrm>
          <a:prstGeom prst="line">
            <a:avLst/>
          </a:prstGeom>
          <a:solidFill>
            <a:srgbClr val="84A8DC"/>
          </a:solidFill>
          <a:ln w="28575">
            <a:solidFill>
              <a:srgbClr val="84A8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流程圖: 接點 29">
            <a:extLst>
              <a:ext uri="{FF2B5EF4-FFF2-40B4-BE49-F238E27FC236}">
                <a16:creationId xmlns:a16="http://schemas.microsoft.com/office/drawing/2014/main" id="{AF1817F7-4A52-E6B2-2D3C-B82F2A865212}"/>
              </a:ext>
            </a:extLst>
          </p:cNvPr>
          <p:cNvSpPr/>
          <p:nvPr/>
        </p:nvSpPr>
        <p:spPr>
          <a:xfrm rot="11869134">
            <a:off x="2991653" y="3167100"/>
            <a:ext cx="100061" cy="100061"/>
          </a:xfrm>
          <a:prstGeom prst="flowChartConnector">
            <a:avLst/>
          </a:prstGeom>
          <a:solidFill>
            <a:srgbClr val="84A8DC"/>
          </a:solidFill>
          <a:ln>
            <a:solidFill>
              <a:srgbClr val="84A8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zh-TW" altLang="en-US"/>
          </a:p>
        </p:txBody>
      </p: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F535A5FC-43B5-3F47-9EB7-2172017A53C6}"/>
              </a:ext>
            </a:extLst>
          </p:cNvPr>
          <p:cNvCxnSpPr>
            <a:cxnSpLocks/>
          </p:cNvCxnSpPr>
          <p:nvPr/>
        </p:nvCxnSpPr>
        <p:spPr>
          <a:xfrm flipV="1">
            <a:off x="3039307" y="2433014"/>
            <a:ext cx="132989" cy="777460"/>
          </a:xfrm>
          <a:prstGeom prst="line">
            <a:avLst/>
          </a:prstGeom>
          <a:solidFill>
            <a:srgbClr val="84A8DC"/>
          </a:solidFill>
          <a:ln w="28575">
            <a:solidFill>
              <a:srgbClr val="84A8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F80A8C64-E8AE-BCB3-0537-988420E04574}"/>
              </a:ext>
            </a:extLst>
          </p:cNvPr>
          <p:cNvCxnSpPr>
            <a:cxnSpLocks/>
          </p:cNvCxnSpPr>
          <p:nvPr/>
        </p:nvCxnSpPr>
        <p:spPr>
          <a:xfrm>
            <a:off x="3157056" y="2433014"/>
            <a:ext cx="432777" cy="0"/>
          </a:xfrm>
          <a:prstGeom prst="line">
            <a:avLst/>
          </a:prstGeom>
          <a:solidFill>
            <a:srgbClr val="84A8DC"/>
          </a:solidFill>
          <a:ln w="28575">
            <a:solidFill>
              <a:srgbClr val="84A8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Google Shape;343;p30">
            <a:extLst>
              <a:ext uri="{FF2B5EF4-FFF2-40B4-BE49-F238E27FC236}">
                <a16:creationId xmlns:a16="http://schemas.microsoft.com/office/drawing/2014/main" id="{4996AB65-C1E5-4251-E85B-E346FBA8ED1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8483" t="2220" r="7940"/>
          <a:stretch/>
        </p:blipFill>
        <p:spPr>
          <a:xfrm>
            <a:off x="3513501" y="1940565"/>
            <a:ext cx="800120" cy="821230"/>
          </a:xfrm>
          <a:prstGeom prst="ellipse">
            <a:avLst/>
          </a:prstGeom>
          <a:solidFill>
            <a:srgbClr val="84A8DC"/>
          </a:solidFill>
          <a:ln w="28575" cap="flat" cmpd="sng">
            <a:solidFill>
              <a:srgbClr val="84A8D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0" name="矩形 39">
            <a:extLst>
              <a:ext uri="{FF2B5EF4-FFF2-40B4-BE49-F238E27FC236}">
                <a16:creationId xmlns:a16="http://schemas.microsoft.com/office/drawing/2014/main" id="{93EA71EF-555C-A9E5-2B24-EC89D2569847}"/>
              </a:ext>
            </a:extLst>
          </p:cNvPr>
          <p:cNvSpPr/>
          <p:nvPr/>
        </p:nvSpPr>
        <p:spPr>
          <a:xfrm>
            <a:off x="2714156" y="1764686"/>
            <a:ext cx="1497012" cy="239325"/>
          </a:xfrm>
          <a:prstGeom prst="rect">
            <a:avLst/>
          </a:prstGeom>
          <a:solidFill>
            <a:srgbClr val="84A8DC"/>
          </a:solidFill>
          <a:ln>
            <a:solidFill>
              <a:srgbClr val="84A8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altLang="zh-TW" sz="1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Stefan Tiefengraber</a:t>
            </a:r>
          </a:p>
        </p:txBody>
      </p:sp>
      <p:sp>
        <p:nvSpPr>
          <p:cNvPr id="41" name="流程圖: 接點 40">
            <a:extLst>
              <a:ext uri="{FF2B5EF4-FFF2-40B4-BE49-F238E27FC236}">
                <a16:creationId xmlns:a16="http://schemas.microsoft.com/office/drawing/2014/main" id="{0C7F1F6B-D52D-1670-05C7-CAD1FF36626A}"/>
              </a:ext>
            </a:extLst>
          </p:cNvPr>
          <p:cNvSpPr/>
          <p:nvPr/>
        </p:nvSpPr>
        <p:spPr>
          <a:xfrm rot="11869134">
            <a:off x="3818557" y="4823242"/>
            <a:ext cx="100061" cy="100061"/>
          </a:xfrm>
          <a:prstGeom prst="flowChartConnector">
            <a:avLst/>
          </a:prstGeom>
          <a:solidFill>
            <a:srgbClr val="84A8DC"/>
          </a:solidFill>
          <a:ln>
            <a:solidFill>
              <a:srgbClr val="84A8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zh-TW" altLang="en-US"/>
          </a:p>
        </p:txBody>
      </p: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E1DCB3B9-8E3F-4657-1B5C-DB021D92CFE8}"/>
              </a:ext>
            </a:extLst>
          </p:cNvPr>
          <p:cNvCxnSpPr>
            <a:cxnSpLocks/>
          </p:cNvCxnSpPr>
          <p:nvPr/>
        </p:nvCxnSpPr>
        <p:spPr>
          <a:xfrm flipH="1" flipV="1">
            <a:off x="3511023" y="4629572"/>
            <a:ext cx="368786" cy="243700"/>
          </a:xfrm>
          <a:prstGeom prst="line">
            <a:avLst/>
          </a:prstGeom>
          <a:solidFill>
            <a:srgbClr val="84A8DC"/>
          </a:solidFill>
          <a:ln w="28575">
            <a:solidFill>
              <a:srgbClr val="84A8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50250C33-54AD-7B1D-4FD4-A09F957876DB}"/>
              </a:ext>
            </a:extLst>
          </p:cNvPr>
          <p:cNvCxnSpPr>
            <a:cxnSpLocks/>
          </p:cNvCxnSpPr>
          <p:nvPr/>
        </p:nvCxnSpPr>
        <p:spPr>
          <a:xfrm>
            <a:off x="3097004" y="4629572"/>
            <a:ext cx="432777" cy="0"/>
          </a:xfrm>
          <a:prstGeom prst="line">
            <a:avLst/>
          </a:prstGeom>
          <a:solidFill>
            <a:srgbClr val="84A8DC"/>
          </a:solidFill>
          <a:ln w="28575">
            <a:solidFill>
              <a:srgbClr val="84A8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12">
            <a:extLst>
              <a:ext uri="{FF2B5EF4-FFF2-40B4-BE49-F238E27FC236}">
                <a16:creationId xmlns:a16="http://schemas.microsoft.com/office/drawing/2014/main" id="{B57EDA39-F5F7-B58A-98FF-B36AEF8D66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97" r="17109"/>
          <a:stretch>
            <a:fillRect/>
          </a:stretch>
        </p:blipFill>
        <p:spPr bwMode="auto">
          <a:xfrm>
            <a:off x="2290230" y="4226185"/>
            <a:ext cx="806774" cy="806774"/>
          </a:xfrm>
          <a:prstGeom prst="flowChartConnector">
            <a:avLst/>
          </a:prstGeom>
          <a:solidFill>
            <a:srgbClr val="84A8DC"/>
          </a:solidFill>
          <a:ln w="28575">
            <a:solidFill>
              <a:srgbClr val="84A8DC"/>
            </a:solidFill>
          </a:ln>
        </p:spPr>
      </p:pic>
      <p:sp>
        <p:nvSpPr>
          <p:cNvPr id="47" name="矩形 46">
            <a:extLst>
              <a:ext uri="{FF2B5EF4-FFF2-40B4-BE49-F238E27FC236}">
                <a16:creationId xmlns:a16="http://schemas.microsoft.com/office/drawing/2014/main" id="{F096ECDA-4D1B-01D0-2F61-3FD419CC9A0E}"/>
              </a:ext>
            </a:extLst>
          </p:cNvPr>
          <p:cNvSpPr/>
          <p:nvPr/>
        </p:nvSpPr>
        <p:spPr>
          <a:xfrm>
            <a:off x="2380566" y="4053918"/>
            <a:ext cx="598177" cy="239325"/>
          </a:xfrm>
          <a:prstGeom prst="rect">
            <a:avLst/>
          </a:prstGeom>
          <a:solidFill>
            <a:srgbClr val="84A8DC"/>
          </a:solidFill>
          <a:ln>
            <a:solidFill>
              <a:srgbClr val="84A8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r>
              <a:rPr lang="zh-TW" altLang="en-US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鄭先喻</a:t>
            </a:r>
          </a:p>
        </p:txBody>
      </p:sp>
      <p:sp>
        <p:nvSpPr>
          <p:cNvPr id="51" name="流程圖: 接點 50">
            <a:extLst>
              <a:ext uri="{FF2B5EF4-FFF2-40B4-BE49-F238E27FC236}">
                <a16:creationId xmlns:a16="http://schemas.microsoft.com/office/drawing/2014/main" id="{D2C7CA21-FDD3-2553-8DAE-ABF9E1D2F464}"/>
              </a:ext>
            </a:extLst>
          </p:cNvPr>
          <p:cNvSpPr/>
          <p:nvPr/>
        </p:nvSpPr>
        <p:spPr>
          <a:xfrm rot="11869134">
            <a:off x="4355989" y="3234970"/>
            <a:ext cx="100061" cy="100061"/>
          </a:xfrm>
          <a:prstGeom prst="flowChartConnector">
            <a:avLst/>
          </a:prstGeom>
          <a:solidFill>
            <a:srgbClr val="84A8DC"/>
          </a:solidFill>
          <a:ln>
            <a:solidFill>
              <a:srgbClr val="84A8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zh-TW" altLang="en-US"/>
          </a:p>
        </p:txBody>
      </p: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3A3BA721-6F04-9397-23D5-1F250EA8ACEB}"/>
              </a:ext>
            </a:extLst>
          </p:cNvPr>
          <p:cNvCxnSpPr>
            <a:cxnSpLocks/>
          </p:cNvCxnSpPr>
          <p:nvPr/>
        </p:nvCxnSpPr>
        <p:spPr>
          <a:xfrm flipV="1">
            <a:off x="4393915" y="3001852"/>
            <a:ext cx="263043" cy="278219"/>
          </a:xfrm>
          <a:prstGeom prst="line">
            <a:avLst/>
          </a:prstGeom>
          <a:solidFill>
            <a:srgbClr val="84A8DC"/>
          </a:solidFill>
          <a:ln w="28575">
            <a:solidFill>
              <a:srgbClr val="84A8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Picture 10">
            <a:extLst>
              <a:ext uri="{FF2B5EF4-FFF2-40B4-BE49-F238E27FC236}">
                <a16:creationId xmlns:a16="http://schemas.microsoft.com/office/drawing/2014/main" id="{B66FD696-BFBB-C693-7BAE-6752866BCE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95" r="12495"/>
          <a:stretch>
            <a:fillRect/>
          </a:stretch>
        </p:blipFill>
        <p:spPr bwMode="auto">
          <a:xfrm>
            <a:off x="4952981" y="2622227"/>
            <a:ext cx="806774" cy="806773"/>
          </a:xfrm>
          <a:prstGeom prst="flowChartConnector">
            <a:avLst/>
          </a:prstGeom>
          <a:solidFill>
            <a:srgbClr val="84A8DC"/>
          </a:solidFill>
          <a:ln w="28575">
            <a:solidFill>
              <a:srgbClr val="84A8DC"/>
            </a:solidFill>
          </a:ln>
        </p:spPr>
      </p:pic>
      <p:sp>
        <p:nvSpPr>
          <p:cNvPr id="56" name="矩形 55">
            <a:extLst>
              <a:ext uri="{FF2B5EF4-FFF2-40B4-BE49-F238E27FC236}">
                <a16:creationId xmlns:a16="http://schemas.microsoft.com/office/drawing/2014/main" id="{0CFB0DFB-F6DF-EF4E-4339-3459B6640EAE}"/>
              </a:ext>
            </a:extLst>
          </p:cNvPr>
          <p:cNvSpPr/>
          <p:nvPr/>
        </p:nvSpPr>
        <p:spPr>
          <a:xfrm>
            <a:off x="4991640" y="2467742"/>
            <a:ext cx="716755" cy="239325"/>
          </a:xfrm>
          <a:prstGeom prst="rect">
            <a:avLst/>
          </a:prstGeom>
          <a:solidFill>
            <a:srgbClr val="84A8DC"/>
          </a:solidFill>
          <a:ln>
            <a:solidFill>
              <a:srgbClr val="84A8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r>
              <a:rPr lang="zh-TW" altLang="en-US" sz="10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無邊製造</a:t>
            </a:r>
            <a:endParaRPr lang="zh-TW" altLang="en-US" sz="1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57120630-0D8D-C03D-B544-C9C87DABAD4E}"/>
              </a:ext>
            </a:extLst>
          </p:cNvPr>
          <p:cNvCxnSpPr>
            <a:cxnSpLocks/>
          </p:cNvCxnSpPr>
          <p:nvPr/>
        </p:nvCxnSpPr>
        <p:spPr>
          <a:xfrm>
            <a:off x="5981137" y="1805768"/>
            <a:ext cx="432777" cy="0"/>
          </a:xfrm>
          <a:prstGeom prst="line">
            <a:avLst/>
          </a:prstGeom>
          <a:solidFill>
            <a:srgbClr val="84A8DC"/>
          </a:solidFill>
          <a:ln w="28575">
            <a:solidFill>
              <a:srgbClr val="84A8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圖片 24">
            <a:extLst>
              <a:ext uri="{FF2B5EF4-FFF2-40B4-BE49-F238E27FC236}">
                <a16:creationId xmlns:a16="http://schemas.microsoft.com/office/drawing/2014/main" id="{99A0E958-ACE3-742C-B895-57A48F6DBDB3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2584" r="31166"/>
          <a:stretch>
            <a:fillRect/>
          </a:stretch>
        </p:blipFill>
        <p:spPr>
          <a:xfrm>
            <a:off x="6372963" y="1369927"/>
            <a:ext cx="806773" cy="806773"/>
          </a:xfrm>
          <a:prstGeom prst="flowChartConnector">
            <a:avLst/>
          </a:prstGeom>
          <a:solidFill>
            <a:srgbClr val="84A8DC"/>
          </a:solidFill>
          <a:ln w="28575">
            <a:solidFill>
              <a:srgbClr val="84A8DC"/>
            </a:solidFill>
          </a:ln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98387F7D-9BEE-972E-1D7F-C34009FB38ED}"/>
              </a:ext>
            </a:extLst>
          </p:cNvPr>
          <p:cNvSpPr/>
          <p:nvPr/>
        </p:nvSpPr>
        <p:spPr>
          <a:xfrm>
            <a:off x="6494101" y="1196168"/>
            <a:ext cx="591385" cy="239325"/>
          </a:xfrm>
          <a:prstGeom prst="rect">
            <a:avLst/>
          </a:prstGeom>
          <a:solidFill>
            <a:srgbClr val="84A8DC"/>
          </a:solidFill>
          <a:ln>
            <a:solidFill>
              <a:srgbClr val="84A8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r>
              <a:rPr lang="zh-TW" altLang="en-US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何芯源</a:t>
            </a:r>
          </a:p>
        </p:txBody>
      </p:sp>
      <p:sp>
        <p:nvSpPr>
          <p:cNvPr id="58" name="流程圖: 接點 57">
            <a:extLst>
              <a:ext uri="{FF2B5EF4-FFF2-40B4-BE49-F238E27FC236}">
                <a16:creationId xmlns:a16="http://schemas.microsoft.com/office/drawing/2014/main" id="{85599010-FC21-F8E7-6223-CF31718DAE79}"/>
              </a:ext>
            </a:extLst>
          </p:cNvPr>
          <p:cNvSpPr/>
          <p:nvPr/>
        </p:nvSpPr>
        <p:spPr>
          <a:xfrm rot="11869134">
            <a:off x="5080606" y="5502891"/>
            <a:ext cx="100061" cy="100061"/>
          </a:xfrm>
          <a:prstGeom prst="flowChartConnector">
            <a:avLst/>
          </a:prstGeom>
          <a:solidFill>
            <a:srgbClr val="84A8DC"/>
          </a:solidFill>
          <a:ln>
            <a:solidFill>
              <a:srgbClr val="84A8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zh-TW" altLang="en-US"/>
          </a:p>
        </p:txBody>
      </p:sp>
      <p:sp>
        <p:nvSpPr>
          <p:cNvPr id="59" name="流程圖: 接點 58">
            <a:extLst>
              <a:ext uri="{FF2B5EF4-FFF2-40B4-BE49-F238E27FC236}">
                <a16:creationId xmlns:a16="http://schemas.microsoft.com/office/drawing/2014/main" id="{6CAB13B2-71B7-AD13-0F31-36457DE49467}"/>
              </a:ext>
            </a:extLst>
          </p:cNvPr>
          <p:cNvSpPr/>
          <p:nvPr/>
        </p:nvSpPr>
        <p:spPr>
          <a:xfrm rot="11869134">
            <a:off x="6084554" y="5520996"/>
            <a:ext cx="100061" cy="100061"/>
          </a:xfrm>
          <a:prstGeom prst="flowChartConnector">
            <a:avLst/>
          </a:prstGeom>
          <a:solidFill>
            <a:srgbClr val="84A8DC"/>
          </a:solidFill>
          <a:ln>
            <a:solidFill>
              <a:srgbClr val="84A8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zh-TW" altLang="en-US"/>
          </a:p>
        </p:txBody>
      </p:sp>
      <p:sp>
        <p:nvSpPr>
          <p:cNvPr id="60" name="流程圖: 接點 59">
            <a:extLst>
              <a:ext uri="{FF2B5EF4-FFF2-40B4-BE49-F238E27FC236}">
                <a16:creationId xmlns:a16="http://schemas.microsoft.com/office/drawing/2014/main" id="{2EAA02FE-776F-3D28-3F1E-7451DC8B3EDF}"/>
              </a:ext>
            </a:extLst>
          </p:cNvPr>
          <p:cNvSpPr/>
          <p:nvPr/>
        </p:nvSpPr>
        <p:spPr>
          <a:xfrm rot="11869134">
            <a:off x="7397307" y="4982928"/>
            <a:ext cx="100061" cy="100061"/>
          </a:xfrm>
          <a:prstGeom prst="flowChartConnector">
            <a:avLst/>
          </a:prstGeom>
          <a:solidFill>
            <a:srgbClr val="84A8DC"/>
          </a:solidFill>
          <a:ln>
            <a:solidFill>
              <a:srgbClr val="84A8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zh-TW" altLang="en-US"/>
          </a:p>
        </p:txBody>
      </p: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FA8228C0-7FC7-E27B-98C9-C5A774F66B1B}"/>
              </a:ext>
            </a:extLst>
          </p:cNvPr>
          <p:cNvCxnSpPr>
            <a:cxnSpLocks/>
          </p:cNvCxnSpPr>
          <p:nvPr/>
        </p:nvCxnSpPr>
        <p:spPr>
          <a:xfrm flipH="1">
            <a:off x="3001319" y="5552921"/>
            <a:ext cx="461343" cy="495750"/>
          </a:xfrm>
          <a:prstGeom prst="line">
            <a:avLst/>
          </a:prstGeom>
          <a:solidFill>
            <a:srgbClr val="84A8DC"/>
          </a:solidFill>
          <a:ln w="28575">
            <a:solidFill>
              <a:srgbClr val="84A8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CF24EDAA-06B2-E8D2-F855-57596226120A}"/>
              </a:ext>
            </a:extLst>
          </p:cNvPr>
          <p:cNvCxnSpPr>
            <a:cxnSpLocks/>
          </p:cNvCxnSpPr>
          <p:nvPr/>
        </p:nvCxnSpPr>
        <p:spPr>
          <a:xfrm>
            <a:off x="3455042" y="5560541"/>
            <a:ext cx="1667974" cy="0"/>
          </a:xfrm>
          <a:prstGeom prst="line">
            <a:avLst/>
          </a:prstGeom>
          <a:solidFill>
            <a:srgbClr val="84A8DC"/>
          </a:solidFill>
          <a:ln w="28575">
            <a:solidFill>
              <a:srgbClr val="84A8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Picture 6">
            <a:extLst>
              <a:ext uri="{FF2B5EF4-FFF2-40B4-BE49-F238E27FC236}">
                <a16:creationId xmlns:a16="http://schemas.microsoft.com/office/drawing/2014/main" id="{F9126255-8C70-F819-FB12-C3A0B69D98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32" r="16632"/>
          <a:stretch>
            <a:fillRect/>
          </a:stretch>
        </p:blipFill>
        <p:spPr bwMode="auto">
          <a:xfrm>
            <a:off x="2374580" y="5690577"/>
            <a:ext cx="806772" cy="806773"/>
          </a:xfrm>
          <a:prstGeom prst="flowChartConnector">
            <a:avLst/>
          </a:prstGeom>
          <a:solidFill>
            <a:srgbClr val="84A8DC"/>
          </a:solidFill>
          <a:ln w="28575">
            <a:solidFill>
              <a:srgbClr val="84A8DC"/>
            </a:solidFill>
          </a:ln>
        </p:spPr>
      </p:pic>
      <p:sp>
        <p:nvSpPr>
          <p:cNvPr id="67" name="矩形 66">
            <a:extLst>
              <a:ext uri="{FF2B5EF4-FFF2-40B4-BE49-F238E27FC236}">
                <a16:creationId xmlns:a16="http://schemas.microsoft.com/office/drawing/2014/main" id="{626D11DD-143A-8216-F463-0C4191BC7E06}"/>
              </a:ext>
            </a:extLst>
          </p:cNvPr>
          <p:cNvSpPr/>
          <p:nvPr/>
        </p:nvSpPr>
        <p:spPr>
          <a:xfrm>
            <a:off x="1850008" y="5515268"/>
            <a:ext cx="1239551" cy="239325"/>
          </a:xfrm>
          <a:prstGeom prst="rect">
            <a:avLst/>
          </a:prstGeom>
          <a:solidFill>
            <a:srgbClr val="84A8DC"/>
          </a:solidFill>
          <a:ln>
            <a:solidFill>
              <a:srgbClr val="84A8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r>
              <a:rPr lang="en-US" altLang="zh-TW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Dries Depoorter</a:t>
            </a:r>
            <a:endParaRPr lang="zh-TW" altLang="en-US" sz="1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70" name="直線接點 69">
            <a:extLst>
              <a:ext uri="{FF2B5EF4-FFF2-40B4-BE49-F238E27FC236}">
                <a16:creationId xmlns:a16="http://schemas.microsoft.com/office/drawing/2014/main" id="{500DF19A-D152-161D-BF09-F7FFB599FD17}"/>
              </a:ext>
            </a:extLst>
          </p:cNvPr>
          <p:cNvCxnSpPr>
            <a:cxnSpLocks/>
          </p:cNvCxnSpPr>
          <p:nvPr/>
        </p:nvCxnSpPr>
        <p:spPr>
          <a:xfrm flipH="1" flipV="1">
            <a:off x="6071644" y="4936213"/>
            <a:ext cx="62096" cy="660127"/>
          </a:xfrm>
          <a:prstGeom prst="line">
            <a:avLst/>
          </a:prstGeom>
          <a:solidFill>
            <a:srgbClr val="84A8DC"/>
          </a:solidFill>
          <a:ln w="28575">
            <a:solidFill>
              <a:srgbClr val="84A8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28DEC52A-1E9D-319C-1624-8935BF04843F}"/>
              </a:ext>
            </a:extLst>
          </p:cNvPr>
          <p:cNvCxnSpPr>
            <a:cxnSpLocks/>
          </p:cNvCxnSpPr>
          <p:nvPr/>
        </p:nvCxnSpPr>
        <p:spPr>
          <a:xfrm>
            <a:off x="5654107" y="4936213"/>
            <a:ext cx="432777" cy="0"/>
          </a:xfrm>
          <a:prstGeom prst="line">
            <a:avLst/>
          </a:prstGeom>
          <a:solidFill>
            <a:srgbClr val="84A8DC"/>
          </a:solidFill>
          <a:ln w="28575">
            <a:solidFill>
              <a:srgbClr val="84A8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Picture 2">
            <a:extLst>
              <a:ext uri="{FF2B5EF4-FFF2-40B4-BE49-F238E27FC236}">
                <a16:creationId xmlns:a16="http://schemas.microsoft.com/office/drawing/2014/main" id="{41B0564E-5C58-E834-0121-24C6C2B206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46" r="25802"/>
          <a:stretch>
            <a:fillRect/>
          </a:stretch>
        </p:blipFill>
        <p:spPr bwMode="auto">
          <a:xfrm>
            <a:off x="4916862" y="4485948"/>
            <a:ext cx="806773" cy="806772"/>
          </a:xfrm>
          <a:prstGeom prst="flowChartConnector">
            <a:avLst/>
          </a:prstGeom>
          <a:solidFill>
            <a:srgbClr val="84A8DC"/>
          </a:solidFill>
          <a:ln w="28575">
            <a:solidFill>
              <a:srgbClr val="84A8DC"/>
            </a:solidFill>
          </a:ln>
        </p:spPr>
      </p:pic>
      <p:sp>
        <p:nvSpPr>
          <p:cNvPr id="74" name="矩形 73">
            <a:extLst>
              <a:ext uri="{FF2B5EF4-FFF2-40B4-BE49-F238E27FC236}">
                <a16:creationId xmlns:a16="http://schemas.microsoft.com/office/drawing/2014/main" id="{44524ADC-E9A9-7446-4397-D40F8BF5FC8C}"/>
              </a:ext>
            </a:extLst>
          </p:cNvPr>
          <p:cNvSpPr/>
          <p:nvPr/>
        </p:nvSpPr>
        <p:spPr>
          <a:xfrm>
            <a:off x="4520204" y="4311446"/>
            <a:ext cx="1239551" cy="239325"/>
          </a:xfrm>
          <a:prstGeom prst="rect">
            <a:avLst/>
          </a:prstGeom>
          <a:solidFill>
            <a:srgbClr val="84A8DC"/>
          </a:solidFill>
          <a:ln>
            <a:solidFill>
              <a:srgbClr val="84A8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r>
              <a:rPr lang="en-US" altLang="zh-TW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Verena Friedrich</a:t>
            </a:r>
            <a:endParaRPr lang="zh-TW" altLang="en-US" sz="1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C710762E-7AD0-D002-5C4C-BFA5C25B495A}"/>
              </a:ext>
            </a:extLst>
          </p:cNvPr>
          <p:cNvCxnSpPr>
            <a:cxnSpLocks/>
          </p:cNvCxnSpPr>
          <p:nvPr/>
        </p:nvCxnSpPr>
        <p:spPr>
          <a:xfrm flipH="1" flipV="1">
            <a:off x="7448182" y="4986759"/>
            <a:ext cx="115716" cy="629103"/>
          </a:xfrm>
          <a:prstGeom prst="line">
            <a:avLst/>
          </a:prstGeom>
          <a:solidFill>
            <a:srgbClr val="84A8DC"/>
          </a:solidFill>
          <a:ln w="28575">
            <a:solidFill>
              <a:srgbClr val="84A8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A83B6239-5D90-D5F4-C27D-0CB0570E6622}"/>
              </a:ext>
            </a:extLst>
          </p:cNvPr>
          <p:cNvCxnSpPr>
            <a:cxnSpLocks/>
          </p:cNvCxnSpPr>
          <p:nvPr/>
        </p:nvCxnSpPr>
        <p:spPr>
          <a:xfrm>
            <a:off x="7556278" y="5596340"/>
            <a:ext cx="432777" cy="0"/>
          </a:xfrm>
          <a:prstGeom prst="line">
            <a:avLst/>
          </a:prstGeom>
          <a:solidFill>
            <a:srgbClr val="84A8DC"/>
          </a:solidFill>
          <a:ln w="28575">
            <a:solidFill>
              <a:srgbClr val="84A8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Picture 20">
            <a:extLst>
              <a:ext uri="{FF2B5EF4-FFF2-40B4-BE49-F238E27FC236}">
                <a16:creationId xmlns:a16="http://schemas.microsoft.com/office/drawing/2014/main" id="{45298DAC-91C6-ECEA-A6A1-667D1105E1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69" b="9869"/>
          <a:stretch>
            <a:fillRect/>
          </a:stretch>
        </p:blipFill>
        <p:spPr bwMode="auto">
          <a:xfrm>
            <a:off x="7839164" y="5212475"/>
            <a:ext cx="806773" cy="806774"/>
          </a:xfrm>
          <a:prstGeom prst="flowChartConnector">
            <a:avLst/>
          </a:prstGeom>
          <a:solidFill>
            <a:srgbClr val="84A8DC"/>
          </a:solidFill>
          <a:ln w="28575">
            <a:solidFill>
              <a:srgbClr val="84A8DC"/>
            </a:solidFill>
          </a:ln>
        </p:spPr>
      </p:pic>
      <p:sp>
        <p:nvSpPr>
          <p:cNvPr id="80" name="矩形 79">
            <a:extLst>
              <a:ext uri="{FF2B5EF4-FFF2-40B4-BE49-F238E27FC236}">
                <a16:creationId xmlns:a16="http://schemas.microsoft.com/office/drawing/2014/main" id="{0261A13F-F1F6-8858-A440-4B13C5B54B7B}"/>
              </a:ext>
            </a:extLst>
          </p:cNvPr>
          <p:cNvSpPr/>
          <p:nvPr/>
        </p:nvSpPr>
        <p:spPr>
          <a:xfrm>
            <a:off x="8005382" y="5041933"/>
            <a:ext cx="1110314" cy="239325"/>
          </a:xfrm>
          <a:prstGeom prst="rect">
            <a:avLst/>
          </a:prstGeom>
          <a:solidFill>
            <a:srgbClr val="84A8DC"/>
          </a:solidFill>
          <a:ln>
            <a:solidFill>
              <a:srgbClr val="84A8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r>
              <a:rPr lang="zh-TW" altLang="en-US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未來視覺實驗室</a:t>
            </a:r>
          </a:p>
        </p:txBody>
      </p:sp>
    </p:spTree>
    <p:extLst>
      <p:ext uri="{BB962C8B-B14F-4D97-AF65-F5344CB8AC3E}">
        <p14:creationId xmlns:p14="http://schemas.microsoft.com/office/powerpoint/2010/main" val="881550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CB46308-DA39-D453-9F33-F1F705F715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507811"/>
              </p:ext>
            </p:extLst>
          </p:nvPr>
        </p:nvGraphicFramePr>
        <p:xfrm>
          <a:off x="1461095" y="548640"/>
          <a:ext cx="9269809" cy="37223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5830">
                  <a:extLst>
                    <a:ext uri="{9D8B030D-6E8A-4147-A177-3AD203B41FA5}">
                      <a16:colId xmlns:a16="http://schemas.microsoft.com/office/drawing/2014/main" val="1315145848"/>
                    </a:ext>
                  </a:extLst>
                </a:gridCol>
                <a:gridCol w="3377177">
                  <a:extLst>
                    <a:ext uri="{9D8B030D-6E8A-4147-A177-3AD203B41FA5}">
                      <a16:colId xmlns:a16="http://schemas.microsoft.com/office/drawing/2014/main" val="3461694653"/>
                    </a:ext>
                  </a:extLst>
                </a:gridCol>
                <a:gridCol w="5286802">
                  <a:extLst>
                    <a:ext uri="{9D8B030D-6E8A-4147-A177-3AD203B41FA5}">
                      <a16:colId xmlns:a16="http://schemas.microsoft.com/office/drawing/2014/main" val="8396003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藝術家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作品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757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吳宜曄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《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Generative Data 》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4263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無邊製造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《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那些字已經無關緊要了 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》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3305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鄭先喻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《 It could be you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》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9087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Dries Depoorter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《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違規穿越馬路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Jaywalking 》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0059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Verena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Friedrich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《 EZ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品質分解機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V2EZQuality </a:t>
                      </a:r>
                      <a:r>
                        <a:rPr lang="en-US" altLang="zh-TW" sz="140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Soryer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V2 》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0280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C-LAB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未來視覺實驗室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《 FVL DOME 》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3491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Stefan Tiefengraber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《 WM_EX10 TCM_200DV TP-VS500 MS-201 BK26 MG10 》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4129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何芯源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《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石夢 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v2.0 》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2011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Jed Berk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《 Beluga pod 》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8954520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66B2534-760E-F4EF-2E8C-65B938AB1E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097912"/>
              </p:ext>
            </p:extLst>
          </p:nvPr>
        </p:nvGraphicFramePr>
        <p:xfrm>
          <a:off x="1461095" y="4930140"/>
          <a:ext cx="9269809" cy="11167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5830">
                  <a:extLst>
                    <a:ext uri="{9D8B030D-6E8A-4147-A177-3AD203B41FA5}">
                      <a16:colId xmlns:a16="http://schemas.microsoft.com/office/drawing/2014/main" val="1315145848"/>
                    </a:ext>
                  </a:extLst>
                </a:gridCol>
                <a:gridCol w="3377177">
                  <a:extLst>
                    <a:ext uri="{9D8B030D-6E8A-4147-A177-3AD203B41FA5}">
                      <a16:colId xmlns:a16="http://schemas.microsoft.com/office/drawing/2014/main" val="3461694653"/>
                    </a:ext>
                  </a:extLst>
                </a:gridCol>
                <a:gridCol w="5286802">
                  <a:extLst>
                    <a:ext uri="{9D8B030D-6E8A-4147-A177-3AD203B41FA5}">
                      <a16:colId xmlns:a16="http://schemas.microsoft.com/office/drawing/2014/main" val="8396003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sz="14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sz="14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藝術家</a:t>
                      </a:r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sz="14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作品</a:t>
                      </a:r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757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林書瑜（第五頁橘點）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《</a:t>
                      </a: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皓夜 </a:t>
                      </a:r>
                      <a:r>
                        <a:rPr lang="en-US" altLang="zh-TW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》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4263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TW" sz="140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Assocreation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（第五頁橘點）</a:t>
                      </a:r>
                      <a:endParaRPr lang="en-US" altLang="zh-TW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《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Solar Pink Pong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》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3305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5519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986A887-5027-FF0D-8AA2-BC727B46C2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117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DFDA35E-52B6-E065-2E22-D7FAFDF5B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群組 3">
            <a:extLst>
              <a:ext uri="{FF2B5EF4-FFF2-40B4-BE49-F238E27FC236}">
                <a16:creationId xmlns:a16="http://schemas.microsoft.com/office/drawing/2014/main" id="{15E2D3DA-C7DF-AB60-D524-C584F37C659B}"/>
              </a:ext>
            </a:extLst>
          </p:cNvPr>
          <p:cNvGrpSpPr/>
          <p:nvPr/>
        </p:nvGrpSpPr>
        <p:grpSpPr>
          <a:xfrm>
            <a:off x="5219222" y="1339764"/>
            <a:ext cx="280657" cy="276999"/>
            <a:chOff x="8835547" y="2139864"/>
            <a:chExt cx="280657" cy="276999"/>
          </a:xfrm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F9E75A12-A58A-F5CE-A568-366C34CC91B9}"/>
                </a:ext>
              </a:extLst>
            </p:cNvPr>
            <p:cNvSpPr/>
            <p:nvPr/>
          </p:nvSpPr>
          <p:spPr>
            <a:xfrm>
              <a:off x="8876925" y="2179414"/>
              <a:ext cx="207427" cy="207427"/>
            </a:xfrm>
            <a:prstGeom prst="ellipse">
              <a:avLst/>
            </a:prstGeom>
            <a:solidFill>
              <a:srgbClr val="00B0F0">
                <a:alpha val="50000"/>
              </a:srgbClr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DA742664-D998-77A1-584E-B787A6A5EDE6}"/>
                </a:ext>
              </a:extLst>
            </p:cNvPr>
            <p:cNvSpPr txBox="1"/>
            <p:nvPr/>
          </p:nvSpPr>
          <p:spPr>
            <a:xfrm>
              <a:off x="8835547" y="2139864"/>
              <a:ext cx="280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zh-TW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7" name="群組 6">
            <a:extLst>
              <a:ext uri="{FF2B5EF4-FFF2-40B4-BE49-F238E27FC236}">
                <a16:creationId xmlns:a16="http://schemas.microsoft.com/office/drawing/2014/main" id="{FB3E2B3E-155D-B1E7-749F-5159C19F76F0}"/>
              </a:ext>
            </a:extLst>
          </p:cNvPr>
          <p:cNvGrpSpPr/>
          <p:nvPr/>
        </p:nvGrpSpPr>
        <p:grpSpPr>
          <a:xfrm>
            <a:off x="4333397" y="3659101"/>
            <a:ext cx="280657" cy="276999"/>
            <a:chOff x="8840310" y="2139864"/>
            <a:chExt cx="280657" cy="276999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EC142F75-6981-A2D9-F781-50DD1EA02DBD}"/>
                </a:ext>
              </a:extLst>
            </p:cNvPr>
            <p:cNvSpPr/>
            <p:nvPr/>
          </p:nvSpPr>
          <p:spPr>
            <a:xfrm>
              <a:off x="8876925" y="2179414"/>
              <a:ext cx="207427" cy="207427"/>
            </a:xfrm>
            <a:prstGeom prst="ellipse">
              <a:avLst/>
            </a:prstGeom>
            <a:solidFill>
              <a:srgbClr val="00B0F0">
                <a:alpha val="50000"/>
              </a:srgbClr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8CB32B4B-1BA5-F423-BC1D-E371EB8C13CC}"/>
                </a:ext>
              </a:extLst>
            </p:cNvPr>
            <p:cNvSpPr txBox="1"/>
            <p:nvPr/>
          </p:nvSpPr>
          <p:spPr>
            <a:xfrm>
              <a:off x="8840310" y="2139864"/>
              <a:ext cx="280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zh-TW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C2F3E589-35CE-1024-3F36-475FE3207BE5}"/>
              </a:ext>
            </a:extLst>
          </p:cNvPr>
          <p:cNvGrpSpPr/>
          <p:nvPr/>
        </p:nvGrpSpPr>
        <p:grpSpPr>
          <a:xfrm>
            <a:off x="5094863" y="3512918"/>
            <a:ext cx="280657" cy="276999"/>
            <a:chOff x="8840310" y="2139864"/>
            <a:chExt cx="280657" cy="276999"/>
          </a:xfrm>
        </p:grpSpPr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48F1EC0B-FB4B-DD13-8C30-42D851CDE591}"/>
                </a:ext>
              </a:extLst>
            </p:cNvPr>
            <p:cNvSpPr/>
            <p:nvPr/>
          </p:nvSpPr>
          <p:spPr>
            <a:xfrm>
              <a:off x="8876925" y="2179414"/>
              <a:ext cx="207427" cy="207427"/>
            </a:xfrm>
            <a:prstGeom prst="ellipse">
              <a:avLst/>
            </a:prstGeom>
            <a:solidFill>
              <a:srgbClr val="00B0F0">
                <a:alpha val="50000"/>
              </a:srgbClr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A93B1EC5-694C-7222-8DC9-614D48A73FEA}"/>
                </a:ext>
              </a:extLst>
            </p:cNvPr>
            <p:cNvSpPr txBox="1"/>
            <p:nvPr/>
          </p:nvSpPr>
          <p:spPr>
            <a:xfrm>
              <a:off x="8840310" y="2139864"/>
              <a:ext cx="280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  <a:endParaRPr lang="zh-TW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1CBD7A48-00E2-E409-1F38-2CDB61415DB5}"/>
              </a:ext>
            </a:extLst>
          </p:cNvPr>
          <p:cNvGrpSpPr/>
          <p:nvPr/>
        </p:nvGrpSpPr>
        <p:grpSpPr>
          <a:xfrm>
            <a:off x="5474581" y="3515201"/>
            <a:ext cx="280657" cy="276999"/>
            <a:chOff x="8840310" y="2139864"/>
            <a:chExt cx="280657" cy="276999"/>
          </a:xfrm>
        </p:grpSpPr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E02E4E57-2293-9B9B-4E4F-60D69064FD95}"/>
                </a:ext>
              </a:extLst>
            </p:cNvPr>
            <p:cNvSpPr/>
            <p:nvPr/>
          </p:nvSpPr>
          <p:spPr>
            <a:xfrm>
              <a:off x="8876925" y="2179414"/>
              <a:ext cx="207427" cy="207427"/>
            </a:xfrm>
            <a:prstGeom prst="ellipse">
              <a:avLst/>
            </a:prstGeom>
            <a:solidFill>
              <a:srgbClr val="00B0F0">
                <a:alpha val="50000"/>
              </a:srgbClr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D74C6200-CB9E-C6CF-F251-62B7DA0F920C}"/>
                </a:ext>
              </a:extLst>
            </p:cNvPr>
            <p:cNvSpPr txBox="1"/>
            <p:nvPr/>
          </p:nvSpPr>
          <p:spPr>
            <a:xfrm>
              <a:off x="8840310" y="2139864"/>
              <a:ext cx="280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endParaRPr lang="zh-TW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0A3618EE-102F-7298-C90B-5A33ABFA6FF9}"/>
              </a:ext>
            </a:extLst>
          </p:cNvPr>
          <p:cNvGrpSpPr/>
          <p:nvPr/>
        </p:nvGrpSpPr>
        <p:grpSpPr>
          <a:xfrm>
            <a:off x="4577439" y="4550732"/>
            <a:ext cx="280657" cy="276999"/>
            <a:chOff x="8840310" y="2139864"/>
            <a:chExt cx="280657" cy="276999"/>
          </a:xfrm>
        </p:grpSpPr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D848615D-34FC-6F6D-A84A-998771D49BFD}"/>
                </a:ext>
              </a:extLst>
            </p:cNvPr>
            <p:cNvSpPr/>
            <p:nvPr/>
          </p:nvSpPr>
          <p:spPr>
            <a:xfrm>
              <a:off x="8876925" y="2179414"/>
              <a:ext cx="207427" cy="207427"/>
            </a:xfrm>
            <a:prstGeom prst="ellipse">
              <a:avLst/>
            </a:prstGeom>
            <a:solidFill>
              <a:srgbClr val="00B0F0">
                <a:alpha val="50000"/>
              </a:srgbClr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45F4A560-68CF-68C2-B95F-8B80A105A006}"/>
                </a:ext>
              </a:extLst>
            </p:cNvPr>
            <p:cNvSpPr txBox="1"/>
            <p:nvPr/>
          </p:nvSpPr>
          <p:spPr>
            <a:xfrm>
              <a:off x="8840310" y="2139864"/>
              <a:ext cx="280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  <a:endParaRPr lang="zh-TW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38CD4F0D-EC60-556A-8427-261D77E75745}"/>
              </a:ext>
            </a:extLst>
          </p:cNvPr>
          <p:cNvGrpSpPr/>
          <p:nvPr/>
        </p:nvGrpSpPr>
        <p:grpSpPr>
          <a:xfrm>
            <a:off x="4814206" y="4648262"/>
            <a:ext cx="280657" cy="276999"/>
            <a:chOff x="8840310" y="2139864"/>
            <a:chExt cx="280657" cy="276999"/>
          </a:xfrm>
        </p:grpSpPr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83C5A718-3469-1AA8-AF22-1B1A04C49D70}"/>
                </a:ext>
              </a:extLst>
            </p:cNvPr>
            <p:cNvSpPr/>
            <p:nvPr/>
          </p:nvSpPr>
          <p:spPr>
            <a:xfrm>
              <a:off x="8876925" y="2179414"/>
              <a:ext cx="207427" cy="207427"/>
            </a:xfrm>
            <a:prstGeom prst="ellipse">
              <a:avLst/>
            </a:prstGeom>
            <a:solidFill>
              <a:srgbClr val="00B0F0">
                <a:alpha val="50000"/>
              </a:srgbClr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BAA572C4-73BD-5E21-DA3D-4471BED91599}"/>
                </a:ext>
              </a:extLst>
            </p:cNvPr>
            <p:cNvSpPr txBox="1"/>
            <p:nvPr/>
          </p:nvSpPr>
          <p:spPr>
            <a:xfrm>
              <a:off x="8840310" y="2139864"/>
              <a:ext cx="280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6</a:t>
              </a:r>
              <a:endParaRPr lang="zh-TW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2DED7855-C004-5EE0-9FE0-780492F3F43B}"/>
              </a:ext>
            </a:extLst>
          </p:cNvPr>
          <p:cNvGrpSpPr/>
          <p:nvPr/>
        </p:nvGrpSpPr>
        <p:grpSpPr>
          <a:xfrm>
            <a:off x="4473725" y="4951220"/>
            <a:ext cx="280657" cy="276999"/>
            <a:chOff x="8840310" y="2139864"/>
            <a:chExt cx="280657" cy="276999"/>
          </a:xfrm>
        </p:grpSpPr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C5179167-CE34-C6D4-9314-18A6C57FEC49}"/>
                </a:ext>
              </a:extLst>
            </p:cNvPr>
            <p:cNvSpPr/>
            <p:nvPr/>
          </p:nvSpPr>
          <p:spPr>
            <a:xfrm>
              <a:off x="8876925" y="2179414"/>
              <a:ext cx="207427" cy="207427"/>
            </a:xfrm>
            <a:prstGeom prst="ellipse">
              <a:avLst/>
            </a:prstGeom>
            <a:solidFill>
              <a:srgbClr val="00B0F0">
                <a:alpha val="50000"/>
              </a:srgbClr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D139BA9F-7A6E-24DE-B388-AB61D00F8983}"/>
                </a:ext>
              </a:extLst>
            </p:cNvPr>
            <p:cNvSpPr txBox="1"/>
            <p:nvPr/>
          </p:nvSpPr>
          <p:spPr>
            <a:xfrm>
              <a:off x="8840310" y="2139864"/>
              <a:ext cx="280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7</a:t>
              </a:r>
              <a:endParaRPr lang="zh-TW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07A3B4ED-E1E7-495A-0D96-FA32F85AFCB2}"/>
              </a:ext>
            </a:extLst>
          </p:cNvPr>
          <p:cNvGrpSpPr/>
          <p:nvPr/>
        </p:nvGrpSpPr>
        <p:grpSpPr>
          <a:xfrm>
            <a:off x="6225036" y="4445957"/>
            <a:ext cx="361501" cy="276999"/>
            <a:chOff x="8792684" y="2144627"/>
            <a:chExt cx="361501" cy="276999"/>
          </a:xfrm>
        </p:grpSpPr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93D8613F-EBB2-3EF2-A259-917AFAB3B628}"/>
                </a:ext>
              </a:extLst>
            </p:cNvPr>
            <p:cNvSpPr/>
            <p:nvPr/>
          </p:nvSpPr>
          <p:spPr>
            <a:xfrm>
              <a:off x="8876925" y="2179414"/>
              <a:ext cx="207427" cy="207427"/>
            </a:xfrm>
            <a:prstGeom prst="ellipse">
              <a:avLst/>
            </a:prstGeom>
            <a:solidFill>
              <a:srgbClr val="00B0F0">
                <a:alpha val="50000"/>
              </a:srgbClr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01B2EA05-80BC-C663-F9CE-01741E4E35ED}"/>
                </a:ext>
              </a:extLst>
            </p:cNvPr>
            <p:cNvSpPr txBox="1"/>
            <p:nvPr/>
          </p:nvSpPr>
          <p:spPr>
            <a:xfrm>
              <a:off x="8792684" y="2144627"/>
              <a:ext cx="3615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8</a:t>
              </a:r>
              <a:endParaRPr lang="zh-TW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C715D5AA-4469-2A0A-D726-644A66377CF9}"/>
              </a:ext>
            </a:extLst>
          </p:cNvPr>
          <p:cNvGrpSpPr/>
          <p:nvPr/>
        </p:nvGrpSpPr>
        <p:grpSpPr>
          <a:xfrm>
            <a:off x="5432788" y="5261558"/>
            <a:ext cx="361501" cy="276999"/>
            <a:chOff x="8802209" y="2144627"/>
            <a:chExt cx="361501" cy="276999"/>
          </a:xfrm>
        </p:grpSpPr>
        <p:sp>
          <p:nvSpPr>
            <p:cNvPr id="35" name="橢圓 34">
              <a:extLst>
                <a:ext uri="{FF2B5EF4-FFF2-40B4-BE49-F238E27FC236}">
                  <a16:creationId xmlns:a16="http://schemas.microsoft.com/office/drawing/2014/main" id="{3B2F5060-5ECB-B49F-C79C-D00C3941F222}"/>
                </a:ext>
              </a:extLst>
            </p:cNvPr>
            <p:cNvSpPr/>
            <p:nvPr/>
          </p:nvSpPr>
          <p:spPr>
            <a:xfrm>
              <a:off x="8876925" y="2179414"/>
              <a:ext cx="207427" cy="207427"/>
            </a:xfrm>
            <a:prstGeom prst="ellipse">
              <a:avLst/>
            </a:prstGeom>
            <a:solidFill>
              <a:srgbClr val="00B0F0">
                <a:alpha val="50000"/>
              </a:srgbClr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762FDF7F-1DFC-0EB5-79F0-B72F508903AE}"/>
                </a:ext>
              </a:extLst>
            </p:cNvPr>
            <p:cNvSpPr txBox="1"/>
            <p:nvPr/>
          </p:nvSpPr>
          <p:spPr>
            <a:xfrm>
              <a:off x="8802209" y="2144627"/>
              <a:ext cx="3615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9</a:t>
              </a:r>
              <a:endParaRPr lang="zh-TW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7EE0BD16-4DA0-0EC7-324F-3422C4198F4C}"/>
              </a:ext>
            </a:extLst>
          </p:cNvPr>
          <p:cNvGrpSpPr/>
          <p:nvPr/>
        </p:nvGrpSpPr>
        <p:grpSpPr>
          <a:xfrm>
            <a:off x="4811378" y="5880683"/>
            <a:ext cx="361501" cy="276999"/>
            <a:chOff x="8792684" y="2154152"/>
            <a:chExt cx="361501" cy="276999"/>
          </a:xfrm>
        </p:grpSpPr>
        <p:sp>
          <p:nvSpPr>
            <p:cNvPr id="38" name="橢圓 37">
              <a:extLst>
                <a:ext uri="{FF2B5EF4-FFF2-40B4-BE49-F238E27FC236}">
                  <a16:creationId xmlns:a16="http://schemas.microsoft.com/office/drawing/2014/main" id="{29C08C5F-7193-CE4E-7B60-05E63EC837B4}"/>
                </a:ext>
              </a:extLst>
            </p:cNvPr>
            <p:cNvSpPr/>
            <p:nvPr/>
          </p:nvSpPr>
          <p:spPr>
            <a:xfrm>
              <a:off x="8876925" y="2179414"/>
              <a:ext cx="207427" cy="207427"/>
            </a:xfrm>
            <a:prstGeom prst="ellipse">
              <a:avLst/>
            </a:prstGeom>
            <a:solidFill>
              <a:srgbClr val="00B0F0">
                <a:alpha val="50000"/>
              </a:srgbClr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B49F3F40-179D-D45C-448A-F7EEA436300E}"/>
                </a:ext>
              </a:extLst>
            </p:cNvPr>
            <p:cNvSpPr txBox="1"/>
            <p:nvPr/>
          </p:nvSpPr>
          <p:spPr>
            <a:xfrm>
              <a:off x="8792684" y="2154152"/>
              <a:ext cx="3615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10</a:t>
              </a:r>
              <a:endParaRPr lang="zh-TW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7D089B24-8027-97AE-01D3-FF062242DB3F}"/>
              </a:ext>
            </a:extLst>
          </p:cNvPr>
          <p:cNvGrpSpPr/>
          <p:nvPr/>
        </p:nvGrpSpPr>
        <p:grpSpPr>
          <a:xfrm>
            <a:off x="7663745" y="3073987"/>
            <a:ext cx="361501" cy="276999"/>
            <a:chOff x="8799887" y="2145209"/>
            <a:chExt cx="361501" cy="276999"/>
          </a:xfrm>
        </p:grpSpPr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2939DADD-322E-23A0-F273-3DDFE36CF65E}"/>
                </a:ext>
              </a:extLst>
            </p:cNvPr>
            <p:cNvSpPr/>
            <p:nvPr/>
          </p:nvSpPr>
          <p:spPr>
            <a:xfrm>
              <a:off x="8876925" y="2179414"/>
              <a:ext cx="207427" cy="207427"/>
            </a:xfrm>
            <a:prstGeom prst="ellipse">
              <a:avLst/>
            </a:prstGeom>
            <a:solidFill>
              <a:srgbClr val="FFC000">
                <a:alpha val="50000"/>
              </a:srgbClr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2309A658-08CC-15F2-0B0B-95225111E20A}"/>
                </a:ext>
              </a:extLst>
            </p:cNvPr>
            <p:cNvSpPr txBox="1"/>
            <p:nvPr/>
          </p:nvSpPr>
          <p:spPr>
            <a:xfrm>
              <a:off x="8799887" y="2145209"/>
              <a:ext cx="3615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zh-TW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1121B032-9AAC-4CCB-C27C-6DF52BCC5225}"/>
              </a:ext>
            </a:extLst>
          </p:cNvPr>
          <p:cNvGrpSpPr/>
          <p:nvPr/>
        </p:nvGrpSpPr>
        <p:grpSpPr>
          <a:xfrm>
            <a:off x="7830432" y="2731087"/>
            <a:ext cx="361501" cy="276999"/>
            <a:chOff x="8799887" y="2145209"/>
            <a:chExt cx="361501" cy="276999"/>
          </a:xfrm>
        </p:grpSpPr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8551E503-6FC6-84A9-F55D-285142B56866}"/>
                </a:ext>
              </a:extLst>
            </p:cNvPr>
            <p:cNvSpPr/>
            <p:nvPr/>
          </p:nvSpPr>
          <p:spPr>
            <a:xfrm>
              <a:off x="8876925" y="2179414"/>
              <a:ext cx="207427" cy="207427"/>
            </a:xfrm>
            <a:prstGeom prst="ellipse">
              <a:avLst/>
            </a:prstGeom>
            <a:solidFill>
              <a:srgbClr val="FFC000">
                <a:alpha val="50000"/>
              </a:srgbClr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8C3FE96C-DFE7-26FB-FB9B-D613D962868A}"/>
                </a:ext>
              </a:extLst>
            </p:cNvPr>
            <p:cNvSpPr txBox="1"/>
            <p:nvPr/>
          </p:nvSpPr>
          <p:spPr>
            <a:xfrm>
              <a:off x="8799887" y="2145209"/>
              <a:ext cx="3615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zh-TW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3457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62449B9-9E9E-0984-B71E-55C695C2A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937953"/>
              </p:ext>
            </p:extLst>
          </p:nvPr>
        </p:nvGraphicFramePr>
        <p:xfrm>
          <a:off x="678135" y="495300"/>
          <a:ext cx="10835729" cy="5562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203">
                  <a:extLst>
                    <a:ext uri="{9D8B030D-6E8A-4147-A177-3AD203B41FA5}">
                      <a16:colId xmlns:a16="http://schemas.microsoft.com/office/drawing/2014/main" val="1315145848"/>
                    </a:ext>
                  </a:extLst>
                </a:gridCol>
                <a:gridCol w="3516587">
                  <a:extLst>
                    <a:ext uri="{9D8B030D-6E8A-4147-A177-3AD203B41FA5}">
                      <a16:colId xmlns:a16="http://schemas.microsoft.com/office/drawing/2014/main" val="3461694653"/>
                    </a:ext>
                  </a:extLst>
                </a:gridCol>
                <a:gridCol w="6779939">
                  <a:extLst>
                    <a:ext uri="{9D8B030D-6E8A-4147-A177-3AD203B41FA5}">
                      <a16:colId xmlns:a16="http://schemas.microsoft.com/office/drawing/2014/main" val="8396003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藝術入店店家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藝術家 </a:t>
                      </a:r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作品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757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Wild Open Space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北美館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謝佩庭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《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科技幽靈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》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4263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TW" sz="140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CNSalon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花草茶店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陳芷渝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《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匯境 </a:t>
                      </a:r>
                      <a:r>
                        <a:rPr lang="en-US" altLang="zh-TW" sz="140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ReAlms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Converging》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3305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覓</a:t>
                      </a:r>
                      <a:r>
                        <a:rPr lang="en-US" altLang="zh-TW" sz="1400" dirty="0">
                          <a:latin typeface="+mj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’s</a:t>
                      </a:r>
                      <a:r>
                        <a:rPr lang="zh-TW" altLang="en-US" sz="1400" dirty="0">
                          <a:latin typeface="+mj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 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咖啡小酒館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樊卓鏗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《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我喺自強路食芭樂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》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908761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歐華酒店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陳政維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《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我的反抗是如此規律 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my resistance is so regular》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005953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郭子耘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《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景伸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》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053955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沈宇軒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《ID》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028070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超級浪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268661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Bety </a:t>
                      </a:r>
                      <a:r>
                        <a:rPr lang="en-US" altLang="zh-TW" sz="140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Krňanská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9497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異世界咖啡館．澐月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陳品蓁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《CONNECTING TO SOMA GPT》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3491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台北花苑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簡嘉誼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《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呼吸的曼陀羅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》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4129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批薩謎勒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楊子毅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《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再重複的信仰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》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2011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TW" sz="140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L'Unicorno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Gelato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鄭芳宜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《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日常保存：冰淇淋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》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8954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晴美公寓酒店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黃姿婷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《Meaning》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8578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米窩飯店 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中山館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余柏霆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《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十立方公分的殖民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》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5134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2609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316</Words>
  <Application>Microsoft Office PowerPoint</Application>
  <PresentationFormat>寬螢幕</PresentationFormat>
  <Paragraphs>97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微軟正黑體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AR-03</dc:creator>
  <cp:lastModifiedBy>AR-03</cp:lastModifiedBy>
  <cp:revision>5</cp:revision>
  <dcterms:created xsi:type="dcterms:W3CDTF">2026-08-25T08:55:15Z</dcterms:created>
  <dcterms:modified xsi:type="dcterms:W3CDTF">2026-08-26T09:44:26Z</dcterms:modified>
</cp:coreProperties>
</file>